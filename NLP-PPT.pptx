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953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Preprocessing Choices 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NLP Sentiment Analysis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2542032"/>
            <a:ext cx="4572000" cy="4572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Mudassir Iftikhar   &amp;   Keshav Gupta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17520" y="3218688"/>
            <a:ext cx="3108960" cy="347472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32186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 Reviews  |  Binary Sentiment Classification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09244" y="4041648"/>
            <a:ext cx="1417320" cy="329184"/>
          </a:xfrm>
          <a:prstGeom prst="rect">
            <a:avLst/>
          </a:prstGeom>
          <a:solidFill>
            <a:srgbClr val="1A3050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" y="40416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Dataset &amp; EDA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36292" y="4041648"/>
            <a:ext cx="1417320" cy="329184"/>
          </a:xfrm>
          <a:prstGeom prst="rect">
            <a:avLst/>
          </a:prstGeom>
          <a:solidFill>
            <a:srgbClr val="1A3050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6292" y="40416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Methodology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63340" y="4041648"/>
            <a:ext cx="1417320" cy="329184"/>
          </a:xfrm>
          <a:prstGeom prst="rect">
            <a:avLst/>
          </a:prstGeom>
          <a:solidFill>
            <a:srgbClr val="1A3050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63340" y="40416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Experiments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90388" y="4041648"/>
            <a:ext cx="1417320" cy="329184"/>
          </a:xfrm>
          <a:prstGeom prst="rect">
            <a:avLst/>
          </a:prstGeom>
          <a:solidFill>
            <a:srgbClr val="1A3050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0388" y="40416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Tuning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17436" y="4041648"/>
            <a:ext cx="1417320" cy="329184"/>
          </a:xfrm>
          <a:prstGeom prst="rect">
            <a:avLst/>
          </a:prstGeom>
          <a:solidFill>
            <a:srgbClr val="1A3050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7436" y="40416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Findings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Mudassir Iftikhar  &amp;  Keshav Gupta  |  IMDB Sentiment Analysis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84048" y="658368"/>
            <a:ext cx="1463040" cy="256032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9784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8412480" cy="36576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00200"/>
            <a:ext cx="2606040" cy="86868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6093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20040" y="20299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2402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dataset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0" y="1600200"/>
            <a:ext cx="2606040" cy="86868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16093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200400" y="20299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22402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 train · 10k test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80760" y="1600200"/>
            <a:ext cx="2606040" cy="86868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6093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080760" y="20299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80760" y="22402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</a:t>
            </a:r>
            <a:endParaRPr lang="en-US" sz="750" dirty="0"/>
          </a:p>
        </p:txBody>
      </p:sp>
      <p:pic>
        <p:nvPicPr>
          <p:cNvPr id="22" name="Image 0" descr="/home/claude/figs/sentiment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33472"/>
            <a:ext cx="4160520" cy="1920240"/>
          </a:xfrm>
          <a:prstGeom prst="rect">
            <a:avLst/>
          </a:prstGeom>
        </p:spPr>
      </p:pic>
      <p:pic>
        <p:nvPicPr>
          <p:cNvPr id="23" name="Image 1" descr="/home/claude/figs/review_leng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633472"/>
            <a:ext cx="4160520" cy="19202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20040" y="454456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Perfectly balanced class distribution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4663440" y="454456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Review length — right-skewed (median 970 chars)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Mudassir Iftikhar  &amp;  Keshav Gupta  |  IMDB Sentiment Analysis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84048" y="658368"/>
            <a:ext cx="1463040" cy="256032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9784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Preprocessing Experiments &amp; Results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8412480" cy="36576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516" y="1600200"/>
            <a:ext cx="1417320" cy="7498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" y="16367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9516" y="183794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8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124" y="1856232"/>
            <a:ext cx="128016" cy="2377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281428" y="1600200"/>
            <a:ext cx="1417320" cy="7498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281428" y="16367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281428" y="183794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+Stopword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8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1856232"/>
            <a:ext cx="128016" cy="2377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863340" y="1600200"/>
            <a:ext cx="1417320" cy="7498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863340" y="16367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863340" y="183794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+Porter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8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948" y="1856232"/>
            <a:ext cx="128016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45252" y="1600200"/>
            <a:ext cx="1417320" cy="7498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445252" y="16367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445252" y="183794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+Stopwords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Stemming</a:t>
            </a:r>
            <a:endParaRPr lang="en-US" sz="8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860" y="1856232"/>
            <a:ext cx="128016" cy="237744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027164" y="1600200"/>
            <a:ext cx="1417320" cy="749808"/>
          </a:xfrm>
          <a:prstGeom prst="rect">
            <a:avLst/>
          </a:prstGeom>
          <a:solidFill>
            <a:srgbClr val="0E8A8A"/>
          </a:solidFill>
          <a:ln w="12700">
            <a:solidFill>
              <a:srgbClr val="F4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027164" y="16367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5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027164" y="183794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+Stopwords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Bigrams</a:t>
            </a:r>
            <a:endParaRPr lang="en-US" sz="8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969195"/>
              </p:ext>
            </p:extLst>
          </p:nvPr>
        </p:nvGraphicFramePr>
        <p:xfrm>
          <a:off x="699516" y="2466675"/>
          <a:ext cx="7863840" cy="197465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87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Exp5: Stopwords + Bigrams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E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Exp1: Basic Tokenization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Exp2: +Stopword Removal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Exp3: +Stemming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Exp4: +Stopwords &amp; Stemming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Mudassir Iftikhar  &amp;  Keshav Gupta  |  IMDB Sentiment Analysis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84048" y="658368"/>
            <a:ext cx="1463040" cy="256032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9784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Analysis &amp; Hyperparameter Tuning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8412480" cy="36576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Exp5 (Best Model)</a:t>
            </a:r>
            <a:endParaRPr lang="en-US" sz="1000" dirty="0"/>
          </a:p>
        </p:txBody>
      </p:sp>
      <p:pic>
        <p:nvPicPr>
          <p:cNvPr id="11" name="Image 0" descr="/home/claude/fig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47088"/>
            <a:ext cx="3749040" cy="23957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02920" y="4315968"/>
            <a:ext cx="1783080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315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Specificity:  0.8884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68880" y="4315968"/>
            <a:ext cx="1783080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0" y="4315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NPV:  0.9067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0" y="15727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Heatmap — max_features × C</a:t>
            </a:r>
            <a:endParaRPr lang="en-US" sz="1000" dirty="0"/>
          </a:p>
        </p:txBody>
      </p:sp>
      <p:pic>
        <p:nvPicPr>
          <p:cNvPr id="17" name="Image 1" descr="/home/claude/figs/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47088"/>
            <a:ext cx="4251960" cy="18288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72000" y="3767328"/>
            <a:ext cx="4251960" cy="932688"/>
          </a:xfrm>
          <a:prstGeom prst="rect">
            <a:avLst/>
          </a:prstGeom>
          <a:solidFill>
            <a:srgbClr val="0D1B2A"/>
          </a:solidFill>
          <a:ln w="12700">
            <a:solidFill>
              <a:srgbClr val="F4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382219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74920" y="3794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max_features=50,000  ·  C=5.0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07492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90.85%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F1-Score: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0.9090</a:t>
            </a:r>
            <a:r>
              <a:rPr lang="en-US" sz="10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1645920" cy="27432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6583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133856"/>
            <a:ext cx="8375904" cy="36576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98448"/>
            <a:ext cx="4005072" cy="1371600"/>
          </a:xfrm>
          <a:prstGeom prst="rect">
            <a:avLst/>
          </a:prstGeom>
          <a:solidFill>
            <a:srgbClr val="1123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35608"/>
            <a:ext cx="475488" cy="475488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51790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14984" y="140817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pipeline is very competitive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1993392"/>
            <a:ext cx="3730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Exp1 (minimal preprocessing) ranked 2nd overall. Heavy cleaning is not always better — start simple.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07992" y="1298448"/>
            <a:ext cx="4005072" cy="1371600"/>
          </a:xfrm>
          <a:prstGeom prst="rect">
            <a:avLst/>
          </a:prstGeom>
          <a:solidFill>
            <a:srgbClr val="1123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45152" y="1435608"/>
            <a:ext cx="475488" cy="475488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51790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02936" y="140817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consistently hurts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45152" y="2039112"/>
            <a:ext cx="37307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stemmer is too aggressive. It merges distinct words (good vs goods), destroying useful signal.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0040" y="2834640"/>
            <a:ext cx="4005072" cy="1371600"/>
          </a:xfrm>
          <a:prstGeom prst="rect">
            <a:avLst/>
          </a:prstGeom>
          <a:solidFill>
            <a:srgbClr val="1123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971800"/>
            <a:ext cx="475488" cy="475488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05409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14984" y="294436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gave the biggest gain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36118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Exp5 was the best preprocessing setup. Bigrams capture negation ("not good") that unigrams miss.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507992" y="2834640"/>
            <a:ext cx="4005072" cy="1371600"/>
          </a:xfrm>
          <a:prstGeom prst="rect">
            <a:avLst/>
          </a:prstGeom>
          <a:solidFill>
            <a:srgbClr val="112338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45152" y="2971800"/>
            <a:ext cx="475488" cy="475488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054096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02936" y="294436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size is the key tuning lever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645152" y="358444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max_features to 50k improved F1 by +0.006. Tuning C added +0.002. Final accuracy: 90.85%.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Mudassir Iftikhar  &amp;  Keshav Gupta  |  IMDB Sentiment Analysis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8046720" y="4828032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370</Words>
  <Application>Microsoft Office PowerPoint</Application>
  <PresentationFormat>On-screen Show (16:9)</PresentationFormat>
  <Paragraphs>101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 Sentiment Analysis</dc:title>
  <dc:subject>PptxGenJS Presentation</dc:subject>
  <dc:creator>PptxGenJS</dc:creator>
  <cp:lastModifiedBy>keshav gupta</cp:lastModifiedBy>
  <cp:revision>3</cp:revision>
  <dcterms:created xsi:type="dcterms:W3CDTF">2026-03-23T21:23:41Z</dcterms:created>
  <dcterms:modified xsi:type="dcterms:W3CDTF">2026-03-26T20:05:22Z</dcterms:modified>
</cp:coreProperties>
</file>